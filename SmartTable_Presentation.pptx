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2921000" y="2130425"/>
            <a:ext cx="3427095" cy="1402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PRESENTER </a:t>
            </a:r>
            <a:r>
              <a:rPr 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CH</a:t>
            </a:r>
            <a:r>
              <a:rPr 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r>
              <a:rPr 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SHIVANI</a:t>
            </a:r>
            <a:endParaRPr 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BATCH  </a:t>
            </a:r>
            <a:r>
              <a:rPr 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-  39</a:t>
            </a:r>
            <a:endParaRPr 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BRANCH  -  CSE(AIML)</a:t>
            </a:r>
            <a:endParaRPr lang="en-US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0000"/>
              </a:lnSpc>
            </a:pPr>
            <a:r>
              <a:rPr 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HALLTICKECT  </a:t>
            </a:r>
            <a:r>
              <a:rPr lang="en-US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:  </a:t>
            </a:r>
            <a:r>
              <a:rPr lang="en-US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2303A52052</a:t>
            </a:r>
            <a:endParaRPr 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931670" y="666750"/>
            <a:ext cx="4416425" cy="1108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     </a:t>
            </a:r>
            <a:r>
              <a:rPr lang="en-US" sz="2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ASSISTANT  CODING</a:t>
            </a:r>
            <a:endParaRPr lang="en-US" sz="28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SmartTable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College Timetable Generator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6858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intelligent, role-based platform to plan, manage, and publish academic schedules for universities and colleges.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B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Smart Timetable Project Team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|  Login &amp; Authentication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In to Your Account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3832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Email address field with validation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Password field (hidden input)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Secure Sign In button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Demo credentials panel shown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Register as: Admin / Faculty / Student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438912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417320"/>
            <a:ext cx="3931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distinct user roles: Admin (full control), Faculty (view own schedule), and Student (view timetable). Each role is directed to a dedicated portal upon login.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2788920"/>
            <a:ext cx="4389120" cy="1691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8803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Credentials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393192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Admin:  admin@college.edu / admin123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and Student accounts can be self-registered from the login page using the respective Register buttons.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|  Admin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Welcome back, Admin! — Sample University Smart Timetable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19659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3258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325880"/>
            <a:ext cx="1965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41732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Members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3258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2588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41732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Classrooms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32588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325880"/>
            <a:ext cx="19659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41732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03136" y="1920240"/>
            <a:ext cx="1965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Timetables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4069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78892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18688"/>
            <a:ext cx="36576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➕  Add Subject — Manage course subjects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➕  Add Faculty — Manage teaching staff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➕  Add Classroom — Manage rooms &amp; labs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2697480"/>
            <a:ext cx="4251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27889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Timetables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246120"/>
            <a:ext cx="1280160" cy="12801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4290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63440" y="4572000"/>
            <a:ext cx="4114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timetables yet — Generate First Timetable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|  Subjects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subjects configured  |  CSV Import &amp; Manual Add supported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99032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2588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Drawing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ED101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92024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20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hrs/wk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1920240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920240"/>
            <a:ext cx="822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Tutorial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39903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132588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84448" y="1600200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MATH101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0128" y="192024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920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hrs/wk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920240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1920240"/>
            <a:ext cx="822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 ★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36208" y="139903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325880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0528" y="1600200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PHY101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192024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92024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hrs/wk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23760" y="1920240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920240"/>
            <a:ext cx="822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 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49631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26609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587752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Chemistry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" y="2862072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CHEM101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" y="318211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18211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hrs/wk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0" y="3182112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3182112"/>
            <a:ext cx="822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249631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10128" y="2660904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84448" y="2587752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584448" y="2862072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CS101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10128" y="318211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18211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hrs/wk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0" y="3182112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3182112"/>
            <a:ext cx="822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 ★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26480" y="2496312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36208" y="2660904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2587752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Lab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510528" y="2862072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PHY201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36208" y="318211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3182112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hrs/wk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23760" y="3182112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3182112"/>
            <a:ext cx="822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3758184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84048" y="3922776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" y="3849624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Lab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58368" y="4123944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CS201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84048" y="4443984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4443984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hrs/wk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371600" y="4443984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71600" y="4443984"/>
            <a:ext cx="822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0" y="3758184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310128" y="3922776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84448" y="3849624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English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3584448" y="4123944"/>
            <a:ext cx="2331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ENG101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310128" y="4443984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10128" y="4443984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hrs/wk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297680" y="4443984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97680" y="4443984"/>
            <a:ext cx="8229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|  Faculty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faculty members  |  Department assignment &amp; max hrs/day configuration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74320" y="1234440"/>
          <a:ext cx="8595360" cy="356616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286000"/>
                <a:gridCol w="1280160"/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Name &amp; Email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Department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Subjects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Max hrs/day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Prof. Sunita Sharma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sunita@college.edu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Physics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PHY101, PHY201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Dr. Anil Verma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anil@college.edu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Chemistry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CHEM101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Prof. Priya Patel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priya@college.edu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Computer Science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CS101, CS201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Dr. Mohan Das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mohan@college.edu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English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ENG101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Prof. Kavya Reddy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kavya@college.edu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Engineering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ED101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Dr. Rajesh Kumar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rajesh@college.edu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Mathematics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MATH101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6h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1234440"/>
            <a:ext cx="859536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365760" y="1234440"/>
            <a:ext cx="2468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 &amp; Email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834640" y="1234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0" y="1234440"/>
            <a:ext cx="21945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66560" y="1234440"/>
            <a:ext cx="17373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 hrs/day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170992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709928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Sunita Sharma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sunita@college.edu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834640" y="1709928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0" y="1709928"/>
            <a:ext cx="2148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PHY101, PHY201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66560" y="1709928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203704"/>
            <a:ext cx="8595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203704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Anil Verma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anil@college.edu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34640" y="2203704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Chemistry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2203704"/>
            <a:ext cx="2148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CHEM101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66560" y="2203704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269748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697480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Priya Patel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priya@college.edu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834640" y="2697480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0" y="2697480"/>
            <a:ext cx="2148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CS101, CS201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766560" y="2697480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3191256"/>
            <a:ext cx="8595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191256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Mohan Das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mohan@college.edu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834640" y="3191256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English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0" y="3191256"/>
            <a:ext cx="2148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ENG101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766560" y="3191256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4h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368503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3685032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Kavya Reddy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kavya@college.edu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834640" y="3685032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0" y="3685032"/>
            <a:ext cx="2148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ED101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766560" y="3685032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5h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4178808"/>
            <a:ext cx="859536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" y="4178808"/>
            <a:ext cx="23774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Rajesh Kumar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rajesh@college.edu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834640" y="4178808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72000" y="4178808"/>
            <a:ext cx="2148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MATH101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766560" y="4178808"/>
            <a:ext cx="1691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|  Classrooms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rooms configured  |  Lecture halls, Labs &amp; Seminar rooms with amenities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0" y="1325880"/>
            <a:ext cx="658368" cy="246888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325880"/>
            <a:ext cx="6583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A102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655064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Capacity: 60 students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Projector, Whiteboard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560320"/>
            <a:ext cx="2523744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06040"/>
            <a:ext cx="252374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   Delete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0" y="1325880"/>
            <a:ext cx="658368" cy="246888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25880"/>
            <a:ext cx="6583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30759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B201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655064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92024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Capacity: 80 students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21284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Projector, AC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560320"/>
            <a:ext cx="2523744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606040"/>
            <a:ext cx="252374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   Delete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2344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8160" y="1325880"/>
            <a:ext cx="658368" cy="246888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1325880"/>
            <a:ext cx="6583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130759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63640" y="1655064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Block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192024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Capacity: 30 students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21284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Computers, AC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36208" y="2560320"/>
            <a:ext cx="2523744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606040"/>
            <a:ext cx="252374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   Delete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9260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0" y="3017520"/>
            <a:ext cx="658368" cy="246888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017520"/>
            <a:ext cx="6583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299923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11480" y="3346704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Block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61188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Capacity: 30 students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11480" y="390448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Equipment, Fume Hood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4048" y="4251960"/>
            <a:ext cx="2523744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97680"/>
            <a:ext cx="252374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   Delete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0" y="29260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12080" y="3017520"/>
            <a:ext cx="658368" cy="246888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017520"/>
            <a:ext cx="6583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Seminar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37560" y="299923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SEM01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337560" y="3346704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Block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37560" y="361188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Capacity: 40 students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337560" y="390448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Projector, AC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10128" y="4251960"/>
            <a:ext cx="2523744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4297680"/>
            <a:ext cx="252374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   Delete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29260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138160" y="3017520"/>
            <a:ext cx="658368" cy="246888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38160" y="3017520"/>
            <a:ext cx="658368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63640" y="2999232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A101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263640" y="3346704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63640" y="361188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Capacity: 60 students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263640" y="3904488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Projector, Whiteboard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36208" y="4251960"/>
            <a:ext cx="2523744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6208" y="4297680"/>
            <a:ext cx="2523744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   Delete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|  Generate Timetable — Step 2: Select Subjects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Basic Info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0" y="1014984"/>
            <a:ext cx="320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868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8686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Subjects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014984"/>
            <a:ext cx="320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68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Faculty &amp; Rooms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014984"/>
            <a:ext cx="320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868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8686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Schedule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325880"/>
            <a:ext cx="8503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41732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Subjects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41732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All  |  Clear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1984248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1984248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187452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Drawing  ED101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18745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2h/wk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187452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Tutorial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532888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532888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242316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Mathematics  MATH101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4231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4h/wk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42316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 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081528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081528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29718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 PHY101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297180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3h/wk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297180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 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3630168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630168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352044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Chemistry  CHEM101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35204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3h/wk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352044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4178808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178808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0120" y="40690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  CS101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0" y="40690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4h/wk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406908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Theory ★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|  Generate Timetable — Step 3: Faculty &amp; Rooms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Basic Info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0" y="1014984"/>
            <a:ext cx="320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868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8686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Subjects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014984"/>
            <a:ext cx="320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68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Faculty &amp; Rooms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014984"/>
            <a:ext cx="320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8686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868680"/>
            <a:ext cx="1828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④ Schedule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135331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1691640"/>
            <a:ext cx="40690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1837944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837944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16916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Sunita Sharma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PHY101, PHY201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40690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1837944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837944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16916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Anil Verma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CHEM101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331720"/>
            <a:ext cx="40690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2478024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478024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233172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Priya Patel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CS101, CS201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331720"/>
            <a:ext cx="40690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2478024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478024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233172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Mohan Das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ENG101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2971800"/>
            <a:ext cx="40690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118104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118104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Kavya Reddy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ED101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2971800"/>
            <a:ext cx="40690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3118104"/>
            <a:ext cx="237744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118104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297180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Rajesh Kumar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MATH101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36576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Classrooms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23360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142232"/>
            <a:ext cx="23774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142232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" y="4023360"/>
            <a:ext cx="3474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A102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 • 60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4023360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4142232"/>
            <a:ext cx="23774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4142232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0640" y="4023360"/>
            <a:ext cx="3474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B201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 • 80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572000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4690872"/>
            <a:ext cx="23774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4690872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" y="4572000"/>
            <a:ext cx="3474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• 30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63440" y="4572000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73168" y="4690872"/>
            <a:ext cx="237744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4690872"/>
            <a:ext cx="23774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20640" y="4572000"/>
            <a:ext cx="34747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Seminar • 40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|  Faculty Portal — Teaching Schedule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🏫  Faculty Portal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Prof. Sunita Sharma  •  COMPUTER SCIENCE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 My Teaching Schedule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 timetable to view your assigned classes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95728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95728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359152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3 YEAR — Class 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743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274320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Odd Semester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2860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395728"/>
            <a:ext cx="640080" cy="6400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395728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2359152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3 YEAR — Class 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2743200"/>
            <a:ext cx="1645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269480" y="274320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Odd Semester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 View Highlights: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Assigned classes highlighted in blue (Faculty's classes)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Stats: 5 Classes/Week  |  2 Subjects  |  5 Working Days</a:t>
            </a:r>
            <a:endParaRPr lang="en-US" sz="11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●  Full weekly timetable with time slots, room &amp; subject codes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|  Student Portal — Available Timetables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🎓  Student Portal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822960"/>
            <a:ext cx="1920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SHIVANI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📅  Available Timetables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 timetable to view your class schedule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77440"/>
            <a:ext cx="658368" cy="65836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77440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61872" y="2359152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3 YEAR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2706624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303580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Odd Semester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33756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3756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2026-2027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39312"/>
            <a:ext cx="3749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Apr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77440"/>
            <a:ext cx="658368" cy="65836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377440"/>
            <a:ext cx="65836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59552" y="2359152"/>
            <a:ext cx="3063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3 YEAR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9552" y="2706624"/>
            <a:ext cx="3063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035808"/>
            <a:ext cx="1920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SCIENCE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66560" y="3035808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Odd Semester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33756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337560"/>
            <a:ext cx="9144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2026-2027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639312"/>
            <a:ext cx="37490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Apr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389120"/>
            <a:ext cx="8412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Students can browse and view timetables for their class and semester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Schedules show full weekly grid with time slots, subjects and rooms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✦  Filter and access by department, year, and academic session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|  Key Features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9806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98064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199339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581912"/>
            <a:ext cx="2468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Admin, Faculty &amp; Student portals with separate login and access controls.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868680"/>
            <a:ext cx="279806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68680"/>
            <a:ext cx="2798064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3327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04488" y="1005840"/>
            <a:ext cx="199339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Subjects CRUD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81912"/>
            <a:ext cx="2468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edit, delete subjects with CSV import. Priority flagging for key subjects.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63056" y="868680"/>
            <a:ext cx="279806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868680"/>
            <a:ext cx="2798064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03327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👩‍🏫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48856" y="1005840"/>
            <a:ext cx="199339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1581912"/>
            <a:ext cx="2468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faculty, departments, subject assignments and teaching hour limits.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9806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798064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9067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🏫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063240"/>
            <a:ext cx="199339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Classrooms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639312"/>
            <a:ext cx="2468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lecture halls, labs and seminar rooms with capacity and amenities.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8688" y="2926080"/>
            <a:ext cx="279806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926080"/>
            <a:ext cx="2798064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09067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04488" y="3063240"/>
            <a:ext cx="199339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Generation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639312"/>
            <a:ext cx="2468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Multi-step wizard: Basic Info → Subjects → Faculty &amp; Rooms → Schedule.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3056" y="2926080"/>
            <a:ext cx="2798064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926080"/>
            <a:ext cx="2798064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309067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48856" y="3063240"/>
            <a:ext cx="199339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&amp; Share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3639312"/>
            <a:ext cx="24688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Faculty view personal schedule; Students browse available timetables.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48640"/>
            <a:ext cx="274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SmartTable — College Timetable Generator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to simplify academic scheduling for colleges and universities.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0B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Empowering Admins, Faculty and Students  ith smart, automated timetables.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E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SmartTable Project  |  April 2026  |  localhost:3000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5304</Words>
  <Application>WPS Presentation</Application>
  <PresentationFormat>On-screen Show (16:9)</PresentationFormat>
  <Paragraphs>582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SmartTable - College Timetable Generator</dc:title>
  <dc:creator>PptxGenJS</dc:creator>
  <dc:subject>PptxGenJS Presentation</dc:subject>
  <cp:lastModifiedBy>chittireddy Shivani</cp:lastModifiedBy>
  <cp:revision>3</cp:revision>
  <dcterms:created xsi:type="dcterms:W3CDTF">2026-04-22T07:35:00Z</dcterms:created>
  <dcterms:modified xsi:type="dcterms:W3CDTF">2026-04-22T07:52:37Z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D54315B8FDFF4A1C9E660F6495B3B015_13</vt:lpwstr>
  </property>
</Properties>
</file>